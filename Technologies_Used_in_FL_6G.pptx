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 in Federated Learning for 6G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Overview of software tools and frameworks supporting privacy-preserving FL in 6G networks.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HTML, CSS, Bootstrap &amp; JavaScript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HTML: Builds web interface structure.</a:t>
            </a:r>
          </a:p>
          <a:p>
            <a:r>
              <a:t>- CSS: Styles the UI for readability.</a:t>
            </a:r>
          </a:p>
          <a:p>
            <a:r>
              <a:t>- Bootstrap: Provides responsive dashboards.</a:t>
            </a:r>
          </a:p>
          <a:p>
            <a:r>
              <a:t>- JavaScript: Enables dynamic FL status updates and charts.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Programming Language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Core language for FL algorithms.</a:t>
            </a:r>
          </a:p>
          <a:p>
            <a:r>
              <a:t>- Handles model training, aggregation, and data preprocessing.</a:t>
            </a:r>
          </a:p>
          <a:p>
            <a:r>
              <a:t>- Used for implementing privacy techniques like DP and secure aggregation.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Flask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Backend server for coordinating FL rounds.</a:t>
            </a:r>
          </a:p>
          <a:p>
            <a:r>
              <a:t>- Provides APIs for model update communication.</a:t>
            </a:r>
          </a:p>
          <a:p>
            <a:r>
              <a:t>- Hosts dashboards for model metrics and privacy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Pandas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Handles tabular data preprocessing.</a:t>
            </a:r>
          </a:p>
          <a:p>
            <a:r>
              <a:t>- Cleans and structures training data on edge devices.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PyTorch (Torch)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Builds and trains local neural network models.</a:t>
            </a:r>
          </a:p>
          <a:p>
            <a:r>
              <a:t>- Supports GPU-accelerated training.</a:t>
            </a:r>
          </a:p>
          <a:p>
            <a:r>
              <a:t>- Manages model gradients for FL updates.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Keras Library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High-level API for fast model prototyping.</a:t>
            </a:r>
          </a:p>
          <a:p>
            <a:r>
              <a:t>- Useful for lightweight models on 6G IoT devices.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Scikit-Learn (Sklearn)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Provides ML algorithms and evaluation metrics.</a:t>
            </a:r>
          </a:p>
          <a:p>
            <a:r>
              <a:t>- Helps analyze model accuracy, privacy leakage, and efficiency.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Performs numerical computations.</a:t>
            </a:r>
          </a:p>
          <a:p>
            <a:r>
              <a:t>- Supports gradient manipulation and DP noise addition.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Seaborn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Visualizes FL performance.</a:t>
            </a:r>
          </a:p>
          <a:p>
            <a:r>
              <a:t>- Plots accuracy, loss curves, and privacy metrics.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